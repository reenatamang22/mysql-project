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0" r:id="rId3"/>
    <p:sldId id="257" r:id="rId4"/>
    <p:sldId id="258" r:id="rId5"/>
    <p:sldId id="260" r:id="rId6"/>
    <p:sldId id="259" r:id="rId7"/>
    <p:sldId id="261" r:id="rId8"/>
    <p:sldId id="29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8" r:id="rId26"/>
    <p:sldId id="278" r:id="rId27"/>
    <p:sldId id="279" r:id="rId28"/>
    <p:sldId id="289" r:id="rId29"/>
    <p:sldId id="292" r:id="rId30"/>
    <p:sldId id="280" r:id="rId31"/>
    <p:sldId id="281" r:id="rId32"/>
    <p:sldId id="282" r:id="rId33"/>
    <p:sldId id="283" r:id="rId34"/>
    <p:sldId id="284" r:id="rId35"/>
    <p:sldId id="28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Employee management database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Made by Reena </a:t>
            </a:r>
            <a:r>
              <a:rPr lang="en-US" dirty="0" err="1"/>
              <a:t>tamang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9F0998-B88C-CBD8-8141-6C8DE1F270A1}"/>
              </a:ext>
            </a:extLst>
          </p:cNvPr>
          <p:cNvSpPr txBox="1"/>
          <p:nvPr/>
        </p:nvSpPr>
        <p:spPr>
          <a:xfrm>
            <a:off x="2808515" y="2598003"/>
            <a:ext cx="62183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EASY LEVEL QUESTIONS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54668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1197429" y="797837"/>
            <a:ext cx="7402285" cy="685799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1. List all distinct locations where departments are based.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2248989"/>
            <a:ext cx="6873672" cy="190935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1" y="2248989"/>
            <a:ext cx="2971802" cy="299810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1164771" y="655540"/>
            <a:ext cx="10080172" cy="914400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/>
              <a:t>2. Display employee first name, last name, and hire date, sorted by the most recently hired first.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758" y="2279732"/>
            <a:ext cx="4572000" cy="269568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F5B7D6-2EFF-D56B-63C8-4E457DB2D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1" t="33333" r="59496"/>
          <a:stretch>
            <a:fillRect/>
          </a:stretch>
        </p:blipFill>
        <p:spPr>
          <a:xfrm>
            <a:off x="256211" y="2661005"/>
            <a:ext cx="6501428" cy="153598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201E25-01A5-3339-444D-A758E5CA1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5"/>
          <a:stretch>
            <a:fillRect/>
          </a:stretch>
        </p:blipFill>
        <p:spPr>
          <a:xfrm>
            <a:off x="393625" y="2610734"/>
            <a:ext cx="6252502" cy="163653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9D654A-BE9F-14F2-D9DA-8CBF779A9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619" y="2269453"/>
            <a:ext cx="3634029" cy="310135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4DFE80-767B-C1EA-53DE-8B2FDEB83AE2}"/>
              </a:ext>
            </a:extLst>
          </p:cNvPr>
          <p:cNvSpPr/>
          <p:nvPr/>
        </p:nvSpPr>
        <p:spPr>
          <a:xfrm>
            <a:off x="1099456" y="794656"/>
            <a:ext cx="7489373" cy="82554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3. Find all employees whose basic_salary is between 30000 and 50000.</a:t>
            </a:r>
          </a:p>
        </p:txBody>
      </p:sp>
    </p:spTree>
    <p:extLst>
      <p:ext uri="{BB962C8B-B14F-4D97-AF65-F5344CB8AC3E}">
        <p14:creationId xmlns:p14="http://schemas.microsoft.com/office/powerpoint/2010/main" val="403257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D9EBE4-2747-7CA1-7841-DA6C4BAF37FD}"/>
              </a:ext>
            </a:extLst>
          </p:cNvPr>
          <p:cNvSpPr/>
          <p:nvPr/>
        </p:nvSpPr>
        <p:spPr>
          <a:xfrm>
            <a:off x="1306287" y="762000"/>
            <a:ext cx="7086600" cy="968829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4. Show the top 10 employees in the employees table (by </a:t>
            </a:r>
            <a:r>
              <a:rPr lang="en-IN" dirty="0" err="1"/>
              <a:t>emp_id</a:t>
            </a:r>
            <a:r>
              <a:rPr lang="en-IN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DEE07-35D1-6B15-5FE5-F5C63640B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57" y="2713655"/>
            <a:ext cx="5863283" cy="157531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31E0C-3728-E1FA-1DD4-99D8923BC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772" y="2318587"/>
            <a:ext cx="4121350" cy="292832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6124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EFCBD7-F4CC-F420-3E27-0190C7AB45D1}"/>
              </a:ext>
            </a:extLst>
          </p:cNvPr>
          <p:cNvSpPr/>
          <p:nvPr/>
        </p:nvSpPr>
        <p:spPr>
          <a:xfrm>
            <a:off x="1097278" y="827772"/>
            <a:ext cx="6381551" cy="895149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5. Find all employees who were born after 1995-01-01.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1F600-E813-13A3-C674-C246528F60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4" r="26827"/>
          <a:stretch>
            <a:fillRect/>
          </a:stretch>
        </p:blipFill>
        <p:spPr>
          <a:xfrm>
            <a:off x="318761" y="2825523"/>
            <a:ext cx="6243168" cy="149547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ACA509-37A6-3CAF-78B8-87A891E0B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831" y="2335237"/>
            <a:ext cx="4959408" cy="251979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83244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602029-BF0E-4635-80BE-B75C9F710D28}"/>
              </a:ext>
            </a:extLst>
          </p:cNvPr>
          <p:cNvSpPr txBox="1"/>
          <p:nvPr/>
        </p:nvSpPr>
        <p:spPr>
          <a:xfrm>
            <a:off x="1970315" y="2598003"/>
            <a:ext cx="84511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INTERMEDIATE LEVEL QUESTIONS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0149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BCD9EC-14C1-6DCA-92BE-26BE2BF93EDC}"/>
              </a:ext>
            </a:extLst>
          </p:cNvPr>
          <p:cNvSpPr/>
          <p:nvPr/>
        </p:nvSpPr>
        <p:spPr>
          <a:xfrm>
            <a:off x="1280161" y="827773"/>
            <a:ext cx="6593304" cy="100102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1. List each employee's full name along with their department name.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D751A-1AD7-06CB-13D6-A7E8FF8CB6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966" r="35617"/>
          <a:stretch>
            <a:fillRect/>
          </a:stretch>
        </p:blipFill>
        <p:spPr>
          <a:xfrm>
            <a:off x="252472" y="2782704"/>
            <a:ext cx="5855114" cy="133991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627FE7-A5BA-02CE-2F58-73D8C1CF8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374" y="2782704"/>
            <a:ext cx="4475076" cy="219591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2766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507BD9-389F-9394-DEFB-9BAF93D51BFD}"/>
              </a:ext>
            </a:extLst>
          </p:cNvPr>
          <p:cNvSpPr/>
          <p:nvPr/>
        </p:nvSpPr>
        <p:spPr>
          <a:xfrm>
            <a:off x="1395664" y="731520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2. Find the total number of employees in each department.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3EA4C-43B4-DEEB-822B-9264EFEC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85" r="9033"/>
          <a:stretch>
            <a:fillRect/>
          </a:stretch>
        </p:blipFill>
        <p:spPr>
          <a:xfrm>
            <a:off x="301393" y="2877953"/>
            <a:ext cx="5929666" cy="149810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D9674C-7070-C781-6E04-759A92FE8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93" y="2562267"/>
            <a:ext cx="4222757" cy="261933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739577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75FCC6-97DE-DEAF-0520-EE5F1A9DB411}"/>
              </a:ext>
            </a:extLst>
          </p:cNvPr>
          <p:cNvSpPr/>
          <p:nvPr/>
        </p:nvSpPr>
        <p:spPr>
          <a:xfrm>
            <a:off x="1395664" y="760396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3. Display the average basic salary for each department.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1BC28-19C1-6DEB-AB52-B62366FB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42" y="2761445"/>
            <a:ext cx="6041376" cy="167707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F7495C-D058-1F59-AEA3-8AC9DDF39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73" y="2432810"/>
            <a:ext cx="4335455" cy="289030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9040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6F681A-54B2-B734-1997-EA4F2E5DF512}"/>
              </a:ext>
            </a:extLst>
          </p:cNvPr>
          <p:cNvSpPr/>
          <p:nvPr/>
        </p:nvSpPr>
        <p:spPr>
          <a:xfrm>
            <a:off x="1395664" y="731520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4. Find the employee(s) with the highest net salary.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89D31-9727-A794-DB48-2F5E1A71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96"/>
          <a:stretch>
            <a:fillRect/>
          </a:stretch>
        </p:blipFill>
        <p:spPr>
          <a:xfrm>
            <a:off x="2374242" y="2144030"/>
            <a:ext cx="6655858" cy="169010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284CED-D685-9B1E-4775-241D28B57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242" y="4193253"/>
            <a:ext cx="6655858" cy="166870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72070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253C18-B4C0-DCD9-B9A1-1DCDF46B7676}"/>
              </a:ext>
            </a:extLst>
          </p:cNvPr>
          <p:cNvSpPr/>
          <p:nvPr/>
        </p:nvSpPr>
        <p:spPr>
          <a:xfrm>
            <a:off x="1395664" y="731520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5. Find the employee(s) with the lowest net salary.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0C377-139F-6800-C26F-FFFAA4F5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19"/>
          <a:stretch>
            <a:fillRect/>
          </a:stretch>
        </p:blipFill>
        <p:spPr>
          <a:xfrm>
            <a:off x="2456902" y="2170037"/>
            <a:ext cx="6521519" cy="166173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5C8377-B3E0-A1CA-9E78-F6EFDED80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901" y="4151581"/>
            <a:ext cx="6521519" cy="180506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344162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E975A3-D398-40FD-FFE1-2DD200696679}"/>
              </a:ext>
            </a:extLst>
          </p:cNvPr>
          <p:cNvSpPr/>
          <p:nvPr/>
        </p:nvSpPr>
        <p:spPr>
          <a:xfrm>
            <a:off x="1395664" y="731520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6. Find the number of employees hired in each year.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8F599-CA86-B995-9429-41D6AFAF9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59"/>
          <a:stretch>
            <a:fillRect/>
          </a:stretch>
        </p:blipFill>
        <p:spPr>
          <a:xfrm>
            <a:off x="251533" y="2639778"/>
            <a:ext cx="6693553" cy="157844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8B124-35A9-580D-4B2C-C1B7078A0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702" y="2347520"/>
            <a:ext cx="3607106" cy="291028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241285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2DDD46-0403-F7DC-CABA-921F6B931C67}"/>
              </a:ext>
            </a:extLst>
          </p:cNvPr>
          <p:cNvSpPr/>
          <p:nvPr/>
        </p:nvSpPr>
        <p:spPr>
          <a:xfrm>
            <a:off x="1395664" y="731520"/>
            <a:ext cx="6877479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7. Show the department name with the maximum number of employees.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63617-1F8E-A172-BFE1-84DFF1E6E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618" y="2165648"/>
            <a:ext cx="5793097" cy="206407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8D09B-51E1-CB78-00F0-916C06FAE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18" y="4561724"/>
            <a:ext cx="5808446" cy="139276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577017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157D90-B2E6-0AFC-6DAB-2A651B898E00}"/>
              </a:ext>
            </a:extLst>
          </p:cNvPr>
          <p:cNvSpPr/>
          <p:nvPr/>
        </p:nvSpPr>
        <p:spPr>
          <a:xfrm>
            <a:off x="1395664" y="731520"/>
            <a:ext cx="8129336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8. List employees whose email domain is @company.com and hired in the year 2018.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F425F-3D35-52C6-21B0-E04F356B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319" y="2000369"/>
            <a:ext cx="5573528" cy="175673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28042-4DBD-5E30-31B4-1505C1CB9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319" y="4005219"/>
            <a:ext cx="5547704" cy="189953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186040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32A010-165A-2A56-C01C-55CFC391764F}"/>
              </a:ext>
            </a:extLst>
          </p:cNvPr>
          <p:cNvSpPr/>
          <p:nvPr/>
        </p:nvSpPr>
        <p:spPr>
          <a:xfrm>
            <a:off x="1395664" y="731520"/>
            <a:ext cx="693190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9. Find the total salary bill (sum of net_salary) paid company-wide.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F2F66-EB50-6577-01F7-227F39E7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01" r="26870" b="1185"/>
          <a:stretch>
            <a:fillRect/>
          </a:stretch>
        </p:blipFill>
        <p:spPr>
          <a:xfrm>
            <a:off x="1885521" y="2079171"/>
            <a:ext cx="7889851" cy="166363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DE1195-9F8B-81CB-8CF7-139DA055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955" y="4030130"/>
            <a:ext cx="4700981" cy="1964586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14720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1200FE-2ADB-0507-9DE1-7F39CFEC3D69}"/>
              </a:ext>
            </a:extLst>
          </p:cNvPr>
          <p:cNvSpPr/>
          <p:nvPr/>
        </p:nvSpPr>
        <p:spPr>
          <a:xfrm>
            <a:off x="1395664" y="731520"/>
            <a:ext cx="6529136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10. Display employees along with their age (calculated from dob).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52B9F-94CA-68EF-A1E8-22B230EAE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82" r="26914"/>
          <a:stretch>
            <a:fillRect/>
          </a:stretch>
        </p:blipFill>
        <p:spPr>
          <a:xfrm>
            <a:off x="359131" y="2302031"/>
            <a:ext cx="6476520" cy="169302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8A569E-5249-13EB-4BDE-8A462885A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178" y="2302031"/>
            <a:ext cx="4193780" cy="216884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66821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A7E270-8EAB-B212-C941-861764E734E2}"/>
              </a:ext>
            </a:extLst>
          </p:cNvPr>
          <p:cNvSpPr/>
          <p:nvPr/>
        </p:nvSpPr>
        <p:spPr>
          <a:xfrm>
            <a:off x="1395664" y="731520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11. Find employees whose first name starts with "A".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1B9EB-5D63-B088-D986-F8DF805A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71" r="23554"/>
          <a:stretch>
            <a:fillRect/>
          </a:stretch>
        </p:blipFill>
        <p:spPr>
          <a:xfrm>
            <a:off x="383433" y="2569027"/>
            <a:ext cx="6842026" cy="205740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EB17A-99B4-35F9-1BEC-E5CF9B797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693" y="2188029"/>
            <a:ext cx="3510256" cy="274320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2449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5610A9-FFE4-36E4-368B-C56DB2099946}"/>
              </a:ext>
            </a:extLst>
          </p:cNvPr>
          <p:cNvSpPr/>
          <p:nvPr/>
        </p:nvSpPr>
        <p:spPr>
          <a:xfrm>
            <a:off x="1395664" y="731520"/>
            <a:ext cx="59580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12. List departments that have more than 500 employees.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483AF-01B0-5FD6-5A2F-8E3DFE992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9" y="2201469"/>
            <a:ext cx="6644326" cy="211055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783AC4-4429-215E-5205-5F1DD922E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701" y="2189306"/>
            <a:ext cx="4170644" cy="261129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985980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E8CF29-EB10-3E15-DD08-671D7375422A}"/>
              </a:ext>
            </a:extLst>
          </p:cNvPr>
          <p:cNvSpPr/>
          <p:nvPr/>
        </p:nvSpPr>
        <p:spPr>
          <a:xfrm>
            <a:off x="1395664" y="731520"/>
            <a:ext cx="8042250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13. Show the top 5 highest-paid employees along with their department name.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8BDCC-171C-F4E9-CAB4-4D74A16B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37" r="18015"/>
          <a:stretch>
            <a:fillRect/>
          </a:stretch>
        </p:blipFill>
        <p:spPr>
          <a:xfrm>
            <a:off x="2582206" y="2047661"/>
            <a:ext cx="5647393" cy="174582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E7B5CA-7894-DB75-B9A9-AC53D668C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05" y="4078004"/>
            <a:ext cx="5647393" cy="195050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384731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EEFE08-8859-FE50-068D-3E50703D8F22}"/>
              </a:ext>
            </a:extLst>
          </p:cNvPr>
          <p:cNvSpPr/>
          <p:nvPr/>
        </p:nvSpPr>
        <p:spPr>
          <a:xfrm>
            <a:off x="1395663" y="731520"/>
            <a:ext cx="7574165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14. Find the number of male and female employees in each department.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5334E-B615-26AF-84C7-2244CEE3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73" r="20718"/>
          <a:stretch>
            <a:fillRect/>
          </a:stretch>
        </p:blipFill>
        <p:spPr>
          <a:xfrm>
            <a:off x="262072" y="2526483"/>
            <a:ext cx="6649303" cy="240474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CB8EB2-8918-9D75-55DD-52CEE84FD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701" y="2526482"/>
            <a:ext cx="3886751" cy="256803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250509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538917-3998-A5FF-3C94-AB021F867248}"/>
              </a:ext>
            </a:extLst>
          </p:cNvPr>
          <p:cNvSpPr/>
          <p:nvPr/>
        </p:nvSpPr>
        <p:spPr>
          <a:xfrm>
            <a:off x="1395664" y="731520"/>
            <a:ext cx="8466793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15. Categorize each employee into a salary band (Low / Medium / High) using CASE.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E97FC-EB32-BF8D-C282-BE2D51A500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97" r="27755"/>
          <a:stretch>
            <a:fillRect/>
          </a:stretch>
        </p:blipFill>
        <p:spPr>
          <a:xfrm>
            <a:off x="501236" y="2423147"/>
            <a:ext cx="5127824" cy="224682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06D769-E5B9-51E9-7B18-6D4C5D394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3147"/>
            <a:ext cx="5454856" cy="224682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942828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AFA9C3-D3DE-D5BF-4AE7-F8502E1F2562}"/>
              </a:ext>
            </a:extLst>
          </p:cNvPr>
          <p:cNvSpPr/>
          <p:nvPr/>
        </p:nvSpPr>
        <p:spPr>
          <a:xfrm>
            <a:off x="1395663" y="731520"/>
            <a:ext cx="937030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16. Display gender as short codes (M/F) and label employees as "Senior" or "Junior" based on hire year, using CASE.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D1B24-5C8C-6E8A-7593-85D71B62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42" y="2340662"/>
            <a:ext cx="4838980" cy="323282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D996AD-FF5C-DE7D-EC74-3C0D179E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338" y="2558375"/>
            <a:ext cx="5144393" cy="263410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496290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105A46-3414-8FC3-9DA1-EE324F160A6C}"/>
              </a:ext>
            </a:extLst>
          </p:cNvPr>
          <p:cNvSpPr/>
          <p:nvPr/>
        </p:nvSpPr>
        <p:spPr>
          <a:xfrm>
            <a:off x="1395664" y="731520"/>
            <a:ext cx="9087280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17. Display each employee's full name (concatenated) along with the number of characters in it.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95DC5-C85A-9FC2-3BCA-AC1E27F3A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7" y="2072786"/>
            <a:ext cx="8771837" cy="135621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ED505B-B1BE-7B3E-4C53-E4AEF354A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833" y="3725163"/>
            <a:ext cx="3581472" cy="276047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36886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0D82AA-3E96-E9A9-FDDA-0FE39CB6226B}"/>
              </a:ext>
            </a:extLst>
          </p:cNvPr>
          <p:cNvSpPr/>
          <p:nvPr/>
        </p:nvSpPr>
        <p:spPr>
          <a:xfrm>
            <a:off x="1395663" y="731520"/>
            <a:ext cx="8662737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18. List each department along with the total bonus paid, ordered from highest to lowest.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A2C1DE-F188-1A2F-A4A6-DAA5E53DA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4" y="2328578"/>
            <a:ext cx="6021838" cy="276593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3B53A0-CA37-6C3D-8337-ED09E0FA7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01" y="2328578"/>
            <a:ext cx="3557842" cy="2765936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89182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A919E8-6A48-EC6D-001F-4FF95D575E97}"/>
              </a:ext>
            </a:extLst>
          </p:cNvPr>
          <p:cNvSpPr/>
          <p:nvPr/>
        </p:nvSpPr>
        <p:spPr>
          <a:xfrm>
            <a:off x="1395663" y="731520"/>
            <a:ext cx="7247593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19. Find employees who joined in the last 5 years (relative to today's date).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0CFD5-FBDF-8527-DB9A-A9B76BCCAB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6" r="37588"/>
          <a:stretch>
            <a:fillRect/>
          </a:stretch>
        </p:blipFill>
        <p:spPr>
          <a:xfrm>
            <a:off x="337527" y="2781300"/>
            <a:ext cx="6856222" cy="196487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D1C3CE-7886-4F4C-F3CD-10224C44C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688" y="2682835"/>
            <a:ext cx="3620597" cy="242404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817165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D71B68-0FE5-FFB2-C1A3-AC2840AE7D73}"/>
              </a:ext>
            </a:extLst>
          </p:cNvPr>
          <p:cNvSpPr/>
          <p:nvPr/>
        </p:nvSpPr>
        <p:spPr>
          <a:xfrm>
            <a:off x="1395664" y="731520"/>
            <a:ext cx="8749822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20. Find the total number of distinct departments that actually have at least one employee.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82D84-91B7-38DA-29E3-DDC9D63F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12" y="2328165"/>
            <a:ext cx="8393891" cy="121313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06BE9D-E433-2F07-DF3A-E7D6E2F7B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350" y="3945041"/>
            <a:ext cx="6779517" cy="182438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42869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FC0F4-8100-3014-9F58-FC3FD6D3186B}"/>
              </a:ext>
            </a:extLst>
          </p:cNvPr>
          <p:cNvSpPr txBox="1"/>
          <p:nvPr/>
        </p:nvSpPr>
        <p:spPr>
          <a:xfrm>
            <a:off x="2808515" y="2598003"/>
            <a:ext cx="63530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HARD LEVEL QUESTIONS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598262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F36172-7CEA-87B8-8EC7-40CC9BDB4AC6}"/>
              </a:ext>
            </a:extLst>
          </p:cNvPr>
          <p:cNvSpPr/>
          <p:nvPr/>
        </p:nvSpPr>
        <p:spPr>
          <a:xfrm>
            <a:off x="1460979" y="742406"/>
            <a:ext cx="5266392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1. Find the second highest net salary in the company.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D77D6-90BC-9B58-BF2C-23D68B47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98" r="21212"/>
          <a:stretch>
            <a:fillRect/>
          </a:stretch>
        </p:blipFill>
        <p:spPr>
          <a:xfrm>
            <a:off x="2187467" y="2163334"/>
            <a:ext cx="7190182" cy="160020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1E3BDE-ABBF-33E0-B705-F1D51FD4D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521" y="4121189"/>
            <a:ext cx="4832074" cy="165671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644852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BB7804-D92F-E918-8171-5783745E82C5}"/>
              </a:ext>
            </a:extLst>
          </p:cNvPr>
          <p:cNvSpPr/>
          <p:nvPr/>
        </p:nvSpPr>
        <p:spPr>
          <a:xfrm>
            <a:off x="1395664" y="731520"/>
            <a:ext cx="6735966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2. For each department, find the employee with the highest net salary.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1E6EB1-7E9E-60C5-6E14-78946D80B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9" y="2248140"/>
            <a:ext cx="5479718" cy="298788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1A3F00-1258-941E-F0A5-28C559CBC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55" y="2454968"/>
            <a:ext cx="5168998" cy="246537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992062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6CFE06-FF9D-2C21-82C2-85350491AC45}"/>
              </a:ext>
            </a:extLst>
          </p:cNvPr>
          <p:cNvSpPr/>
          <p:nvPr/>
        </p:nvSpPr>
        <p:spPr>
          <a:xfrm>
            <a:off x="1395663" y="731520"/>
            <a:ext cx="9392080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3. Rank employees within each department by net_salary using RANK() OVER (PARTITION BY ...).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862D34-BC89-2718-1587-4F9B6876F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02" r="10530"/>
          <a:stretch>
            <a:fillRect/>
          </a:stretch>
        </p:blipFill>
        <p:spPr>
          <a:xfrm>
            <a:off x="1002724" y="1941412"/>
            <a:ext cx="7568521" cy="185876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FAFFA5-E6A1-14F4-42F8-47F1EA08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362" y="4064290"/>
            <a:ext cx="5311437" cy="206219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219816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C37BD6-506D-AEEA-A718-A4B1FDEF64F0}"/>
              </a:ext>
            </a:extLst>
          </p:cNvPr>
          <p:cNvSpPr/>
          <p:nvPr/>
        </p:nvSpPr>
        <p:spPr>
          <a:xfrm>
            <a:off x="1395663" y="731520"/>
            <a:ext cx="9740424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4. Combine two employee groups — those hired before 2015 and those earning above 80000 — into one result using UNION.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87102-588F-1C36-1830-5BEEF63C1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12" y="2376626"/>
            <a:ext cx="6663131" cy="253283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F9DB58-BD59-8AF0-8DB3-FE7598BF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637" y="2396627"/>
            <a:ext cx="4487023" cy="206474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922544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AB94FC-9F84-0D4B-620E-96F5CC1FD7EA}"/>
              </a:ext>
            </a:extLst>
          </p:cNvPr>
          <p:cNvSpPr/>
          <p:nvPr/>
        </p:nvSpPr>
        <p:spPr>
          <a:xfrm>
            <a:off x="1395662" y="731520"/>
            <a:ext cx="9533595" cy="9336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5. Create a VIEW that shows each employee's full salary details with department name, then query it.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BD7F8-E4C9-D15E-8501-7827A5518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13" y="1970238"/>
            <a:ext cx="4972915" cy="354196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8CB384-1BF1-2C4D-BBAE-732A7B204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529" y="2540111"/>
            <a:ext cx="6494958" cy="182137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90667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2C06AA-E650-E16C-BA03-D5131D991D05}"/>
              </a:ext>
            </a:extLst>
          </p:cNvPr>
          <p:cNvSpPr txBox="1"/>
          <p:nvPr/>
        </p:nvSpPr>
        <p:spPr>
          <a:xfrm>
            <a:off x="4278086" y="2706861"/>
            <a:ext cx="3414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03729649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{CE6F6F80-C6F8-458D-96A5-EB7B6E9EE222}TF62d0d592-7ac2-4846-a919-75806e8bead47c13978d-7a72a11451b2</Template>
  <TotalTime>228</TotalTime>
  <Words>494</Words>
  <Application>Microsoft Office PowerPoint</Application>
  <PresentationFormat>Widescreen</PresentationFormat>
  <Paragraphs>36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Tw Cen MT</vt:lpstr>
      <vt:lpstr>Droplet</vt:lpstr>
      <vt:lpstr>Employee management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Tamang</dc:creator>
  <cp:lastModifiedBy>Reena Tamang</cp:lastModifiedBy>
  <cp:revision>13</cp:revision>
  <dcterms:created xsi:type="dcterms:W3CDTF">2026-09-02T10:36:00Z</dcterms:created>
  <dcterms:modified xsi:type="dcterms:W3CDTF">2026-09-06T16:53:11Z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CFFBB363F7624BB59EC6F279DD456BA1_12</vt:lpwstr>
  </property>
</Properties>
</file>